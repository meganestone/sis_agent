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6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560" y="628015"/>
            <a:ext cx="3612515" cy="48431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05" y="1537335"/>
            <a:ext cx="6838950" cy="36099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3632200" y="2943225"/>
            <a:ext cx="800100" cy="5778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3638550" y="3362325"/>
            <a:ext cx="793750" cy="514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651250" y="4505325"/>
            <a:ext cx="755650" cy="31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016000" y="5641975"/>
            <a:ext cx="10166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根据防盗处理流程，读取</a:t>
            </a:r>
            <a:r>
              <a:rPr lang="en-US" altLang="zh-CN"/>
              <a:t>BEXDC, </a:t>
            </a:r>
            <a:r>
              <a:rPr lang="zh-CN" altLang="en-US"/>
              <a:t>写入</a:t>
            </a:r>
            <a:r>
              <a:rPr lang="en-US" altLang="zh-CN"/>
              <a:t>RESCD</a:t>
            </a:r>
            <a:r>
              <a:rPr lang="zh-CN" altLang="en-US"/>
              <a:t>需在</a:t>
            </a:r>
            <a:r>
              <a:rPr lang="en-US" altLang="zh-CN"/>
              <a:t>Engineer Session</a:t>
            </a:r>
            <a:r>
              <a:rPr lang="zh-CN" altLang="en-US"/>
              <a:t>下完成。</a:t>
            </a:r>
            <a:endParaRPr lang="zh-CN" altLang="en-US"/>
          </a:p>
          <a:p>
            <a:r>
              <a:rPr lang="zh-CN" altLang="en-US"/>
              <a:t>目前收到</a:t>
            </a:r>
            <a:r>
              <a:rPr lang="en-US" altLang="zh-CN"/>
              <a:t>LET</a:t>
            </a:r>
            <a:r>
              <a:rPr lang="zh-CN" altLang="en-US"/>
              <a:t>切换到</a:t>
            </a:r>
            <a:r>
              <a:rPr lang="en-US" altLang="zh-CN"/>
              <a:t>Default Session</a:t>
            </a:r>
            <a:r>
              <a:rPr lang="zh-CN" altLang="en-US"/>
              <a:t>的要求，因此</a:t>
            </a:r>
            <a:r>
              <a:rPr lang="en-US" altLang="zh-CN"/>
              <a:t>TSU</a:t>
            </a:r>
            <a:r>
              <a:rPr lang="zh-CN" altLang="en-US"/>
              <a:t>无法完成写入</a:t>
            </a:r>
            <a:r>
              <a:rPr lang="en-US" altLang="zh-CN"/>
              <a:t>RESCD</a:t>
            </a:r>
            <a:r>
              <a:rPr lang="zh-CN" altLang="en-US"/>
              <a:t>动作，返回</a:t>
            </a:r>
            <a:r>
              <a:rPr lang="en-US" altLang="zh-CN"/>
              <a:t>NRC33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8267700" y="4260215"/>
            <a:ext cx="3333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Default Session</a:t>
            </a:r>
            <a:r>
              <a:rPr lang="zh-CN" altLang="en-US" sz="1000">
                <a:solidFill>
                  <a:srgbClr val="FF0000"/>
                </a:solidFill>
              </a:rPr>
              <a:t>切替要求</a:t>
            </a:r>
            <a:endParaRPr lang="zh-CN" altLang="en-US" sz="1000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5" y="1409065"/>
            <a:ext cx="11896725" cy="34766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4390" y="5297805"/>
            <a:ext cx="8048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左边：</a:t>
            </a:r>
            <a:r>
              <a:rPr lang="en-US" altLang="zh-CN"/>
              <a:t>NG LOG</a:t>
            </a:r>
            <a:r>
              <a:rPr lang="zh-CN" altLang="en-US"/>
              <a:t>，收到切换到</a:t>
            </a:r>
            <a:r>
              <a:rPr lang="en-US" altLang="zh-CN"/>
              <a:t>Default Session</a:t>
            </a:r>
            <a:r>
              <a:rPr lang="zh-CN" altLang="en-US"/>
              <a:t>的指令后，写入</a:t>
            </a:r>
            <a:r>
              <a:rPr lang="en-US" altLang="zh-CN"/>
              <a:t>RESCD</a:t>
            </a:r>
            <a:r>
              <a:rPr lang="zh-CN" altLang="en-US"/>
              <a:t>失败</a:t>
            </a:r>
            <a:endParaRPr lang="zh-CN" altLang="en-US"/>
          </a:p>
          <a:p>
            <a:r>
              <a:rPr lang="zh-CN" altLang="en-US"/>
              <a:t>右边：</a:t>
            </a:r>
            <a:r>
              <a:rPr lang="en-US" altLang="zh-CN"/>
              <a:t>OK LOG</a:t>
            </a:r>
            <a:r>
              <a:rPr lang="zh-CN" altLang="en-US"/>
              <a:t>，未</a:t>
            </a:r>
            <a:r>
              <a:rPr lang="zh-CN" altLang="en-US">
                <a:sym typeface="+mn-ea"/>
              </a:rPr>
              <a:t>收到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切换到</a:t>
            </a:r>
            <a:r>
              <a:rPr lang="en-US" altLang="zh-CN">
                <a:sym typeface="+mn-ea"/>
              </a:rPr>
              <a:t>Default Session</a:t>
            </a:r>
            <a:r>
              <a:rPr lang="zh-CN" altLang="en-US">
                <a:sym typeface="+mn-ea"/>
              </a:rPr>
              <a:t>的指令，写入</a:t>
            </a:r>
            <a:r>
              <a:rPr lang="en-US" altLang="zh-CN">
                <a:sym typeface="+mn-ea"/>
              </a:rPr>
              <a:t>RESCD</a:t>
            </a:r>
            <a:r>
              <a:rPr lang="zh-CN" altLang="en-US">
                <a:sym typeface="+mn-ea"/>
              </a:rPr>
              <a:t>成功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4390" y="5297805"/>
            <a:ext cx="8048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左边：</a:t>
            </a:r>
            <a:r>
              <a:rPr lang="en-US" altLang="zh-CN"/>
              <a:t>NG LOG</a:t>
            </a:r>
            <a:r>
              <a:rPr lang="zh-CN" altLang="en-US"/>
              <a:t>，收到切换到</a:t>
            </a:r>
            <a:r>
              <a:rPr lang="en-US" altLang="zh-CN"/>
              <a:t>Default Session</a:t>
            </a:r>
            <a:r>
              <a:rPr lang="zh-CN" altLang="en-US"/>
              <a:t>的指令后，写入</a:t>
            </a:r>
            <a:r>
              <a:rPr lang="en-US" altLang="zh-CN"/>
              <a:t>RESCD</a:t>
            </a:r>
            <a:r>
              <a:rPr lang="zh-CN" altLang="en-US"/>
              <a:t>失败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95365" y="3990975"/>
            <a:ext cx="5892800" cy="304800"/>
          </a:xfrm>
          <a:prstGeom prst="rect">
            <a:avLst/>
          </a:prstGeom>
          <a:noFill/>
          <a:ln w="28575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carol</dc:creator>
  <cp:lastModifiedBy>WPS_1640142914</cp:lastModifiedBy>
  <cp:revision>160</cp:revision>
  <dcterms:created xsi:type="dcterms:W3CDTF">2019-06-19T02:08:00Z</dcterms:created>
  <dcterms:modified xsi:type="dcterms:W3CDTF">2026-04-20T06:06:51Z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A6F68096F79F44BEB10AED01BD46FB70_11</vt:lpwstr>
  </property>
</Properties>
</file>